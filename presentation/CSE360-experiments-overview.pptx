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Wireless demo folded into slide 3; small 3-router sketch folded into slides 8-9; DHCP variant folded into slide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Topology plus ping reply from my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Terminal session from my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setup: JU 192.168.1.0/24 with DNS .1.3, DU 192.168.2.0/24 with DNS .2.3; both records on both 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Packet walk: PC -&gt; gateway -&gt; static via middle net -&gt; far router -&gt; direct delivery; MAC rewritten each hop, IP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Hub topology from my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Expt-5 lab from my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Expt-9 lab from my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Expt-7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Successful simulation capture from my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3357"/>
                </a:solidFill>
                <a:latin typeface="Calibri"/>
              </a:defRPr>
            </a:pPr>
            <a:r>
              <a:t>CSE 360: Networking Experiments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83464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 Short walkthrough of the labs in slides 2, 4, 5, 6 and 7.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 Each section pairs the key ideas with results from my own Packet Tracer work.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 Concepts: LANs, device access, DNS and web, static routing, serial links, VLANs.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How the labs fit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Slides 3-5: local networks, device access, DNS and web (from slide set 2).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Slides 6-7: static routing with two routers, plus the hub variant (from slide set 4).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 8: three routers in series (from slide set 5).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 9: mixed Ethernet and serial network (from slide set 6).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 10: VLANs with router-on-a-stick, static and DHCP addressing (from slide set 7).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 Slide 11: the check toolkit used in every lab.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Same-subnet LANs: hub vs switch vs wireless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Same mask 255.255.255.0 means same network, e.g. all 192.168.0.x talk with no router.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Hub repeats everything to all ports; one conversation at a time, collisions possible.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Switch learns MAC addresses and forwards only to the right port.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Wireless is the same subnet idea without cables.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Wait for green link lights (switch ports need ~30-60 s), then test with ping.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402336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Hub / switch LAN and ping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Talking to devices: console, passwords, Telnet, SSH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Console cable + Terminal gives Switch&gt; prompt directly on the box.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Modes: user (&gt;) , privileged (#) with enable, config with conf 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enable secret = password for &gt; to #; line console 0 + login = console password.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line vty 0 4 = 5 remote Telnet slots at once; SSH (PuTTY) is the encrypted equivalent.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copy run startup-config (wr) saves, otherwise a reboot loses the 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402336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Terminal: enable secret and console login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Client, DNS and web: JU / DU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PC fields: IP + mask + gateway (local router leg) + DNS server (which server to ask).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DNS A Record maps a name to an IP, e.g. www.ju.edu to 192.168.1.3. DNS Service must be On.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HTTP service hosts ju.html / du.html. URL = name + file, e.g. http://www.ju.edu/ju.html.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Browse by IP first (skips DNS). If IP works but name fails, it is a DNS problem.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Router Fa0/0 192.168.1.4 and Fa0/1 192.168.2.4, both Port Status 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Server DNS table with both A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333756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Browser showing ju.html / du.html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Static routing with two routers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Three /24 networks: left LAN, middle router-to-router net, right LAN.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Each interface: ip address + no shutdown (GUI: Port Status On).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Connected routes (C) appear alone; remote nets need ip route &lt;net&gt; &lt;mask&gt; &lt;next-hop&gt;.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Next hop must be directly reachable, e.g. 192.168.2.0 via 192.168.3.2.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Read sh ip route: C = connected, S [1/0] = static. ping !!!!! = 5 replies.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Topology with the 3 subnets labelled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333756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sh ip route showing C + S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Variant: a host on a hub between routers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Same routing idea; the new part is the shared middle subnet.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Hub = one shared medium: Router0 leg + middle PC + Router1 leg all in 192.168.4.0/24.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Each router still needs one static route to the far end only.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Middle PC reaches both sides with no extra routes (it is directly connected).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Same port rule: every used interface Port Status 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402336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Hub topology with middle addresses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Three routers in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Four /24 networks end to end: 192.168.1.0 - .2.0 - .3.0 - .4.0.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PC0 192.168.1.2 gw .1.1; PC1 192.168.4.2 gw .4.1.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Each router learns 2 networks alone, so 2 static routes each (6 total).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Router-to-router Ethernet needs crossover (or Automatic); straight-through stays red.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Verify PC0 to PC1 ping across 3 hops + simulation Successful.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Full 3-router topology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333756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End-to-end ping PC0 to PC1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Mixed Ethernet + serial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Same static-routing logic, now with serial links (s2/0, s3/0) plus FastEthernet.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Serial needs a clock rate on the DCE end; Ethernet does not.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Router picks the exit interface by longest match in the table; tracert shows each hop.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Packet loss here usually means cables, clocks, or a missing reverse route.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This lab repeats the routing ideas above on a larger topology.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Topology with serial links labelled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333756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tracert across the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VLANs with router-on-a-stick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VLANs split one switch into virtual LANs, e.g. VLAN 10 = A, VLAN 20 = B.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PC ports = access mode (one VLAN); switch-to-router port = trunk (carries all).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Router uses subinterfaces (fa0/0.10, .20) with encapsulation dot1q + one IP per VLAN.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Same-VLAN PCs switch directly; cross-VLAN goes through the router.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DHCP variant: pools per VLAN + excluded-address for router IPs; PCs set to DHCP.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sh vlan brief with trunk/access ports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0" y="3337560"/>
            <a:ext cx="4023360" cy="192024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Subinterface and DHCP pool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6424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357"/>
                </a:solidFill>
                <a:latin typeface="Calibri"/>
              </a:defRPr>
            </a:pPr>
            <a:r>
              <a:t>Checks used in every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66751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ping &lt;ip/name&gt;: IP first, then name (separates connectivity from DNS).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tracert: lists each router hop; ipconfig: my own address; arp -a: learned MACs.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Simulation mode: watch ICMP/ARP hop by hop; Successful = delivered.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First ping may drop once (ARP / switch learning): wait green, ping again.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 Red link = cable type, shutdown or port. 404 / no page = HTTP file or URL.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589520" y="1234440"/>
            <a:ext cx="4023360" cy="4023360"/>
          </a:xfrm>
          <a:prstGeom prst="rect">
            <a:avLst/>
          </a:prstGeom>
          <a:solidFill>
            <a:srgbClr val="F2F2F2"/>
          </a:solidFill>
          <a:ln w="1905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>
                <a:solidFill>
                  <a:srgbClr val="666666"/>
                </a:solidFill>
                <a:latin typeface="Calibri"/>
              </a:defRPr>
            </a:pPr>
            <a:r>
              <a:t>Successful simulation event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66666"/>
                </a:solidFill>
                <a:latin typeface="Calibri"/>
              </a:defRPr>
            </a:pPr>
            <a:r>
              <a:t>CSE 360 - Networking Experiments Overview   |  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